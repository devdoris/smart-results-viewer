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N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511F914-49C8-CCB1-9578-77DDCC1DA7C0}" v="2" dt="2026-04-03T16:02:18.4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providerId="Windows Live" clId="Web-{4511F914-49C8-CCB1-9578-77DDCC1DA7C0}"/>
    <pc:docChg chg="modSld">
      <pc:chgData name="Guest User" userId="" providerId="Windows Live" clId="Web-{4511F914-49C8-CCB1-9578-77DDCC1DA7C0}" dt="2026-04-03T16:02:18.495" v="1" actId="20577"/>
      <pc:docMkLst>
        <pc:docMk/>
      </pc:docMkLst>
      <pc:sldChg chg="modSp">
        <pc:chgData name="Guest User" userId="" providerId="Windows Live" clId="Web-{4511F914-49C8-CCB1-9578-77DDCC1DA7C0}" dt="2026-04-03T16:02:18.495" v="1" actId="20577"/>
        <pc:sldMkLst>
          <pc:docMk/>
          <pc:sldMk cId="196777607" sldId="256"/>
        </pc:sldMkLst>
        <pc:spChg chg="mod">
          <ac:chgData name="Guest User" userId="" providerId="Windows Live" clId="Web-{4511F914-49C8-CCB1-9578-77DDCC1DA7C0}" dt="2026-04-03T16:02:18.495" v="1" actId="20577"/>
          <ac:spMkLst>
            <pc:docMk/>
            <pc:sldMk cId="196777607" sldId="256"/>
            <ac:spMk id="2" creationId="{D08A630D-83A7-95E1-2B14-B46AF2970125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BEFA8-104B-E787-2D8C-FC598EE49E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27F0DB-5175-5EDE-899F-1DAA16B92A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8F694E-CCD5-5AC9-49A4-8AFA44477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E861B-862C-4998-A162-9EB1A46AC3BB}" type="datetimeFigureOut">
              <a:rPr lang="en-NG" smtClean="0"/>
              <a:t>04/03/2026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CC3CA7-9E3F-4EB7-ECA4-988A923C9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7FFFC4-55A1-763D-0606-3A9D6A951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D0C1B-E0E7-4428-98DD-5CD25ECA2598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4907524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27D49-E950-69E9-830E-778C2F054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BF14DE-C811-61C8-49D3-5937347B1F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D33B77-5582-7C46-4F8C-5D4927E32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E861B-862C-4998-A162-9EB1A46AC3BB}" type="datetimeFigureOut">
              <a:rPr lang="en-NG" smtClean="0"/>
              <a:t>04/03/2026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BF2127-C664-C28C-5D40-463926B6E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03523C-7F49-4462-9E44-1D613A56C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D0C1B-E0E7-4428-98DD-5CD25ECA2598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4801691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C920E-4400-3359-673C-0F3381908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046095-1B91-179B-EE49-59F5F8C891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7C5CBD-EBC1-91BD-09DB-1645652076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E861B-862C-4998-A162-9EB1A46AC3BB}" type="datetimeFigureOut">
              <a:rPr lang="en-NG" smtClean="0"/>
              <a:t>04/03/2026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9B2988-EDD8-C499-E2F5-439A50BDB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CB6ED4-BDEC-1187-3F41-0D73CDA8C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D0C1B-E0E7-4428-98DD-5CD25ECA2598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4330875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B8DD8-171C-E060-9678-D774D9FF5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4FBB22-93D1-085B-30F8-61450D8960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B70665-B300-0C53-1C3E-A692F7976A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221E9E-DBFA-A8BF-FDE9-4DAC6CD6A7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E861B-862C-4998-A162-9EB1A46AC3BB}" type="datetimeFigureOut">
              <a:rPr lang="en-NG" smtClean="0"/>
              <a:t>04/03/2026</a:t>
            </a:fld>
            <a:endParaRPr lang="e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6882D2-D84A-42DC-B085-4247D5018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55892E-0C88-4432-52FD-B81572D66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D0C1B-E0E7-4428-98DD-5CD25ECA2598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5703509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511D5-1B23-AE15-DCD6-C106F1A49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549E64-6262-42EB-4077-DCF220A66C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D63AFC-B415-53D7-7683-B03B6DBDB6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34DF81-09E9-F46A-1B5C-E84FF684DC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A051E7-3569-BD84-47DE-445A4BBCEE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2C14F6B-8BA4-3455-141A-9CE694CEAF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E861B-862C-4998-A162-9EB1A46AC3BB}" type="datetimeFigureOut">
              <a:rPr lang="en-NG" smtClean="0"/>
              <a:t>04/03/2026</a:t>
            </a:fld>
            <a:endParaRPr lang="en-N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75FC58-E291-B992-7D27-1374E1B68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8FC5276-E1DC-101D-1A12-3E3304F13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D0C1B-E0E7-4428-98DD-5CD25ECA2598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1269238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0BC13-42D3-A01C-52A0-849F8E2B8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7385C3-A0E2-95D4-ABC1-E24F0E4934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E861B-862C-4998-A162-9EB1A46AC3BB}" type="datetimeFigureOut">
              <a:rPr lang="en-NG" smtClean="0"/>
              <a:t>04/03/2026</a:t>
            </a:fld>
            <a:endParaRPr lang="en-N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3478B1-0606-31A0-771D-D6A25F5EE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13F548-EFC7-BE66-E47C-350BDCB02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D0C1B-E0E7-4428-98DD-5CD25ECA2598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42019144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1C30C31-5E75-F6C6-E21C-BD8F11B47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E861B-862C-4998-A162-9EB1A46AC3BB}" type="datetimeFigureOut">
              <a:rPr lang="en-NG" smtClean="0"/>
              <a:t>04/03/2026</a:t>
            </a:fld>
            <a:endParaRPr lang="en-N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0C97AB-26B1-2F7B-9594-BDAD3A2D1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72415B-9486-39A0-6D32-7B17FDC0C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D0C1B-E0E7-4428-98DD-5CD25ECA2598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41252337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1F70A-6EFE-8079-4E5D-D68FA35F6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BC89CE-D51A-1B9C-59AE-EDCE2C04A5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46BA4E-78B4-FB7F-E652-DF82ED422B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563C92-0483-79AC-7AB3-DF89778482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E861B-862C-4998-A162-9EB1A46AC3BB}" type="datetimeFigureOut">
              <a:rPr lang="en-NG" smtClean="0"/>
              <a:t>04/03/2026</a:t>
            </a:fld>
            <a:endParaRPr lang="e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11E461-1D55-B314-7FE7-0E57A4015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1B06C2-9904-BE3F-8041-8B67285F7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D0C1B-E0E7-4428-98DD-5CD25ECA2598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1653117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AC7A7-AF0A-DB8F-0537-C8CBECEDB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F10B14-EDD1-9306-B052-62EB9F2265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A02561-B224-2ABC-B439-BCDBCE55FF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8CBE51-04D6-2CEF-B5FB-4B860223D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E861B-862C-4998-A162-9EB1A46AC3BB}" type="datetimeFigureOut">
              <a:rPr lang="en-NG" smtClean="0"/>
              <a:t>04/03/2026</a:t>
            </a:fld>
            <a:endParaRPr lang="e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14FD98-3816-D794-22D3-3E96FDBEB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CB8C66-B2D7-598F-66AA-2BB526B13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D0C1B-E0E7-4428-98DD-5CD25ECA2598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0040950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9511DB-09D6-15C9-5416-9CA75247A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295962-FEFC-62E6-E2FD-4F57C8F599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60A93F-6233-DB71-2071-D6B814EE0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E861B-862C-4998-A162-9EB1A46AC3BB}" type="datetimeFigureOut">
              <a:rPr lang="en-NG" smtClean="0"/>
              <a:t>04/03/2026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B057C3-17E3-E7C0-2770-1D11214BD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4C0B87-3CBD-90F2-3A2C-5CA0A0818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D0C1B-E0E7-4428-98DD-5CD25ECA2598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40016017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36285C5-F357-9C13-50B2-96761D4A1A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C5458F-322F-763B-26A7-0A5F34D07C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817E0C-99E7-1245-5E0A-69C332B05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E861B-862C-4998-A162-9EB1A46AC3BB}" type="datetimeFigureOut">
              <a:rPr lang="en-NG" smtClean="0"/>
              <a:t>04/03/2026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EF74D4-1D30-D134-7457-C0918B4CD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D28E45-4779-DE8E-178A-8C550E91A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D0C1B-E0E7-4428-98DD-5CD25ECA2598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934885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ACB547-D30A-E648-A785-30D52586F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B43C77-4F6A-83E5-7334-A9D5D81C86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A3D846-13BC-F52A-9143-5287DF69FA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4E861B-862C-4998-A162-9EB1A46AC3BB}" type="datetimeFigureOut">
              <a:rPr lang="en-NG" smtClean="0"/>
              <a:t>04/03/2026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E4D8B0-1908-6877-FF5F-53F3D1AEFA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99B37C-EAB0-90FD-DA06-CEB0830E19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CD0C1B-E0E7-4428-98DD-5CD25ECA2598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511792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A630D-83A7-95E1-2B14-B46AF29701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950621"/>
          </a:xfrm>
        </p:spPr>
        <p:txBody>
          <a:bodyPr/>
          <a:lstStyle/>
          <a:p>
            <a:r>
              <a:rPr lang="en-US"/>
              <a:t>Smart Results Viewer.</a:t>
            </a:r>
            <a:endParaRPr lang="en-N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602D2C-060F-89F3-9BDF-284E006B14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07179"/>
            <a:ext cx="9144000" cy="1950621"/>
          </a:xfrm>
        </p:spPr>
        <p:txBody>
          <a:bodyPr>
            <a:normAutofit/>
          </a:bodyPr>
          <a:lstStyle/>
          <a:p>
            <a:r>
              <a:rPr lang="en-US"/>
              <a:t>A Web Application for Viewing and Analyzing Results.</a:t>
            </a:r>
          </a:p>
          <a:p>
            <a:endParaRPr lang="en-US" b="1"/>
          </a:p>
          <a:p>
            <a:endParaRPr lang="en-US" b="1"/>
          </a:p>
          <a:p>
            <a:r>
              <a:rPr lang="en-US" b="1"/>
              <a:t>Created by Doris Uchechukwu Anakwuba.</a:t>
            </a:r>
            <a:endParaRPr lang="en-NG" b="1"/>
          </a:p>
        </p:txBody>
      </p:sp>
    </p:spTree>
    <p:extLst>
      <p:ext uri="{BB962C8B-B14F-4D97-AF65-F5344CB8AC3E}">
        <p14:creationId xmlns:p14="http://schemas.microsoft.com/office/powerpoint/2010/main" val="1967776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6EFDA-8D5E-DB2D-543E-CA810D494E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734207" cy="1853419"/>
          </a:xfrm>
        </p:spPr>
        <p:txBody>
          <a:bodyPr/>
          <a:lstStyle/>
          <a:p>
            <a:r>
              <a:rPr lang="en-US"/>
              <a:t>Project Overview.</a:t>
            </a:r>
            <a:endParaRPr lang="e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917EA2-DB45-DC35-D568-165702F946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488367"/>
            <a:ext cx="10569315" cy="3688596"/>
          </a:xfrm>
        </p:spPr>
        <p:txBody>
          <a:bodyPr/>
          <a:lstStyle/>
          <a:p>
            <a:r>
              <a:rPr lang="en-US"/>
              <a:t>Smart Results Viewer is a web application designed to help users easily view, understand, and analyze results.</a:t>
            </a:r>
          </a:p>
          <a:p>
            <a:pPr marL="0" indent="0">
              <a:buNone/>
            </a:pPr>
            <a:endParaRPr lang="en-US"/>
          </a:p>
          <a:p>
            <a:r>
              <a:rPr lang="en-US"/>
              <a:t>It transforms raw data into a clean and interactive interface, making performance insights clearer and more accessible.</a:t>
            </a:r>
          </a:p>
          <a:p>
            <a:pPr marL="0" indent="0">
              <a:buNone/>
            </a:pPr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7514783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6E488-81A1-BF89-3D95-11E3C722E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Problem Statement.</a:t>
            </a:r>
            <a:endParaRPr lang="en-NG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A4EA9FAA-CDF5-A83A-478A-F202E055899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739411"/>
            <a:ext cx="8688597" cy="25237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NG" altLang="en-N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NG" altLang="en-NG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Raw result data can be difficult to understand </a:t>
            </a:r>
            <a:endParaRPr kumimoji="0" lang="en-US" altLang="en-NG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NG" altLang="en-NG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NG" altLang="en-NG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Lack of visual representation makes analysis harder </a:t>
            </a:r>
            <a:endParaRPr kumimoji="0" lang="en-US" altLang="en-NG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NG" altLang="en-NG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NG" altLang="en-NG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Users need a simple and responsive interface </a:t>
            </a:r>
          </a:p>
        </p:txBody>
      </p:sp>
    </p:spTree>
    <p:extLst>
      <p:ext uri="{BB962C8B-B14F-4D97-AF65-F5344CB8AC3E}">
        <p14:creationId xmlns:p14="http://schemas.microsoft.com/office/powerpoint/2010/main" val="10540743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519FB-40D1-466F-9BFE-CA6E000FF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Solution.</a:t>
            </a:r>
            <a:endParaRPr lang="e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47A737-79C0-32A5-B0A5-1A54661BDD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77441"/>
            <a:ext cx="10515600" cy="3799522"/>
          </a:xfrm>
        </p:spPr>
        <p:txBody>
          <a:bodyPr/>
          <a:lstStyle/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This application provides:</a:t>
            </a:r>
          </a:p>
          <a:p>
            <a:pPr marL="0" indent="0">
              <a:buNone/>
            </a:pPr>
            <a:endParaRPr lang="en-US"/>
          </a:p>
          <a:p>
            <a:r>
              <a:rPr lang="en-US"/>
              <a:t>A structured way to display results </a:t>
            </a:r>
          </a:p>
          <a:p>
            <a:r>
              <a:rPr lang="en-US"/>
              <a:t>Visual charts for better understanding </a:t>
            </a:r>
          </a:p>
          <a:p>
            <a:r>
              <a:rPr lang="en-US"/>
              <a:t>A responsive and user-friendly interface </a:t>
            </a:r>
          </a:p>
          <a:p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42196680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0BACD-2773-2729-EE44-507B7366C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Key Features.</a:t>
            </a:r>
            <a:endParaRPr lang="en-NG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FD714C4-6DC1-9512-640B-B41C3690542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151727"/>
            <a:ext cx="8089074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NG" altLang="en-NG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NG" altLang="en-NG" sz="3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📊 Interactive charts for data visualization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NG" altLang="en-NG" sz="3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📋 Clear and organized results display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NG" altLang="en-NG" sz="3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📱 Fully responsive design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NG" altLang="en-NG" sz="3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⚡ Fast and efficient performance </a:t>
            </a:r>
          </a:p>
        </p:txBody>
      </p:sp>
    </p:spTree>
    <p:extLst>
      <p:ext uri="{BB962C8B-B14F-4D97-AF65-F5344CB8AC3E}">
        <p14:creationId xmlns:p14="http://schemas.microsoft.com/office/powerpoint/2010/main" val="23347713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21A66-0BFD-0F5B-22FA-2BEA5C7A6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Technologies Used.</a:t>
            </a:r>
            <a:endParaRPr lang="en-NG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FE3139A-BA14-605F-6A49-0B025ACAEF5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59370" y="1856205"/>
            <a:ext cx="5136630" cy="22159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NG" altLang="en-N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NG" altLang="en-NG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React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NG" altLang="en-NG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Vite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NG" altLang="en-NG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Tailwind CSS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NG" altLang="en-NG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Chart.js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NG" altLang="en-NG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Axios </a:t>
            </a:r>
          </a:p>
        </p:txBody>
      </p:sp>
    </p:spTree>
    <p:extLst>
      <p:ext uri="{BB962C8B-B14F-4D97-AF65-F5344CB8AC3E}">
        <p14:creationId xmlns:p14="http://schemas.microsoft.com/office/powerpoint/2010/main" val="20709851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6C223-2E56-B0DE-BB0A-BEC3E9B70B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How It Works.</a:t>
            </a:r>
            <a:endParaRPr lang="e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7F414C-E5AB-9A22-9E7C-BC64D1F75C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63515"/>
            <a:ext cx="10515600" cy="3913448"/>
          </a:xfrm>
        </p:spPr>
        <p:txBody>
          <a:bodyPr/>
          <a:lstStyle/>
          <a:p>
            <a:r>
              <a:rPr lang="en-US"/>
              <a:t>User opens the application </a:t>
            </a:r>
          </a:p>
          <a:p>
            <a:r>
              <a:rPr lang="en-US"/>
              <a:t>Data is fetched and processed </a:t>
            </a:r>
          </a:p>
          <a:p>
            <a:r>
              <a:rPr lang="en-US"/>
              <a:t>Results are displayed clearly </a:t>
            </a:r>
          </a:p>
          <a:p>
            <a:r>
              <a:rPr lang="en-US"/>
              <a:t>Charts visualize performance data </a:t>
            </a:r>
          </a:p>
        </p:txBody>
      </p:sp>
    </p:spTree>
    <p:extLst>
      <p:ext uri="{BB962C8B-B14F-4D97-AF65-F5344CB8AC3E}">
        <p14:creationId xmlns:p14="http://schemas.microsoft.com/office/powerpoint/2010/main" val="1081532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8D002-BF9B-5C16-76BB-8F7C1AE231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Screenshot of Dashboard.</a:t>
            </a:r>
            <a:endParaRPr lang="en-NG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6F933F1-350C-D8EA-58DA-CEFEB9A848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182189"/>
            <a:ext cx="10515600" cy="3638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49138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1D56D-E296-BC37-DA29-B5CE57AC0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Screenshot of Score Chart.</a:t>
            </a:r>
            <a:endParaRPr lang="en-NG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33A28CB-D8E3-DA58-6FE8-B8B99EEAAF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046722"/>
            <a:ext cx="10515600" cy="3909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908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8CA49-6DC8-3570-9F06-1372E74B8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Challenges Faced.</a:t>
            </a:r>
            <a:endParaRPr lang="en-NG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4DEE39B-00C8-E032-9A49-D5CF39475B2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363839"/>
            <a:ext cx="5052934" cy="25237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NG" altLang="en-N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NG" altLang="en-NG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Managing data structure </a:t>
            </a:r>
            <a:endParaRPr kumimoji="0" lang="en-US" altLang="en-NG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NG" altLang="en-NG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NG" altLang="en-NG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Making the UI responsive</a:t>
            </a:r>
            <a:endParaRPr kumimoji="0" lang="en-US" altLang="en-NG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NG" altLang="en-NG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NG" altLang="en-NG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Integrating charts properly </a:t>
            </a:r>
          </a:p>
        </p:txBody>
      </p:sp>
    </p:spTree>
    <p:extLst>
      <p:ext uri="{BB962C8B-B14F-4D97-AF65-F5344CB8AC3E}">
        <p14:creationId xmlns:p14="http://schemas.microsoft.com/office/powerpoint/2010/main" val="22934787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9CE38-75F0-DAAF-0403-212A76D9C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 Learned.</a:t>
            </a:r>
            <a:endParaRPr lang="en-NG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8445C18-F529-B421-33DD-4CBF4220D60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199" y="2077114"/>
            <a:ext cx="6896725" cy="2492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NG" altLang="en-NG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NG" altLang="en-NG" sz="3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Building responsive React apps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NG" altLang="en-NG" sz="3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Working with APIs and data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NG" altLang="en-NG" sz="3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visualization using Chart.js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NG" altLang="en-NG" sz="3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Project structuring and deployment </a:t>
            </a:r>
          </a:p>
        </p:txBody>
      </p:sp>
    </p:spTree>
    <p:extLst>
      <p:ext uri="{BB962C8B-B14F-4D97-AF65-F5344CB8AC3E}">
        <p14:creationId xmlns:p14="http://schemas.microsoft.com/office/powerpoint/2010/main" val="42054408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74455-F913-DB4D-E077-EC61A96AF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Conclusion.</a:t>
            </a:r>
            <a:endParaRPr lang="e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6F617D-5F6E-E12D-6CAC-B34D53B9C2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br>
              <a:rPr lang="en-US"/>
            </a:br>
            <a:br>
              <a:rPr lang="en-US"/>
            </a:br>
            <a:br>
              <a:rPr lang="en-US"/>
            </a:br>
            <a:r>
              <a:rPr lang="en-US" sz="3200"/>
              <a:t>Smart Results Viewer successfully improves how users interact with and understand result data through simplicity and visualization.</a:t>
            </a:r>
            <a:endParaRPr lang="en-NG" sz="3200"/>
          </a:p>
        </p:txBody>
      </p:sp>
    </p:spTree>
    <p:extLst>
      <p:ext uri="{BB962C8B-B14F-4D97-AF65-F5344CB8AC3E}">
        <p14:creationId xmlns:p14="http://schemas.microsoft.com/office/powerpoint/2010/main" val="17487460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00297-E92D-2EB6-EE97-915AE585F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Thank You!</a:t>
            </a:r>
            <a:endParaRPr lang="e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874475-70D5-915F-521A-3CF0FA7DE8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                 Thank you for taking the time to go through my slides.</a:t>
            </a:r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191308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13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Smart Results Viewer.</vt:lpstr>
      <vt:lpstr>Project Overview.</vt:lpstr>
      <vt:lpstr>Problem Statement.</vt:lpstr>
      <vt:lpstr>Solution.</vt:lpstr>
      <vt:lpstr>Key Features.</vt:lpstr>
      <vt:lpstr>Technologies Used.</vt:lpstr>
      <vt:lpstr>How It Works.</vt:lpstr>
      <vt:lpstr>Screenshot of Dashboard.</vt:lpstr>
      <vt:lpstr>Screenshot of Score Chart.</vt:lpstr>
      <vt:lpstr>Challenges Faced.</vt:lpstr>
      <vt:lpstr>What I Learned.</vt:lpstr>
      <vt:lpstr>Conclusion.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Doris Uchechukwu Anakwuba</dc:creator>
  <cp:revision>1</cp:revision>
  <dcterms:created xsi:type="dcterms:W3CDTF">2026-04-03T14:59:04Z</dcterms:created>
  <dcterms:modified xsi:type="dcterms:W3CDTF">2026-04-03T16:03:00Z</dcterms:modified>
</cp:coreProperties>
</file>